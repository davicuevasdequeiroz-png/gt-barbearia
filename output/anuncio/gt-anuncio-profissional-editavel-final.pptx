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8395a1dcca4c53" /><Relationship Type="http://schemas.openxmlformats.org/officeDocument/2006/relationships/extended-properties" Target="/docProps/app.xml" Id="R4495ddafb0d74ac7" /><Relationship Type="http://schemas.openxmlformats.org/officeDocument/2006/relationships/officeDocument" Target="/ppt/presentation.xml" Id="R1c262f9b77c441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253d55f7fa4935"/>
  </p:sldMasterIdLst>
  <p:notesMasterIdLst>
    <p:notesMasterId xmlns:r="http://schemas.openxmlformats.org/officeDocument/2006/relationships" r:id="R0bbca0696d614fe4"/>
  </p:notesMasterIdLst>
  <p:sldIdLst>
    <p:sldId xmlns:r="http://schemas.openxmlformats.org/officeDocument/2006/relationships" id="256" r:id="R9903c533663c4560"/>
  </p:sldIdLst>
  <p:sldSz cx="14182725" cy="18097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01dea88af243ba" /><Relationship Type="http://schemas.openxmlformats.org/officeDocument/2006/relationships/slideMaster" Target="/ppt/slideMasters/slideMaster1.xml" Id="Rc8253d55f7fa4935" /><Relationship Type="http://schemas.openxmlformats.org/officeDocument/2006/relationships/notesMaster" Target="/ppt/notesMasters/notesMaster1.xml" Id="R0bbca0696d614fe4" /><Relationship Type="http://schemas.openxmlformats.org/officeDocument/2006/relationships/presProps" Target="/ppt/presProps.xml" Id="R828489b13be2437d" /><Relationship Type="http://schemas.openxmlformats.org/officeDocument/2006/relationships/tableStyles" Target="/ppt/tableStyles.xml" Id="Rd64cd789e95b4a36" /><Relationship Type="http://schemas.openxmlformats.org/officeDocument/2006/relationships/slide" Target="/ppt/slides/slide1.xml" Id="R9903c533663c45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205767da4648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d34846313b4081" /><Relationship Type="http://schemas.openxmlformats.org/officeDocument/2006/relationships/notesMaster" Target="/ppt/notesMasters/notesMaster1.xml" Id="Ra7cec9a1728b40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da5e2d1f843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921a3cf23543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6d4ce648124a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ef1b66301f446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e87fc4bfc48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f2aad51ad540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CE2113-61D4-4E42-BFBC-136C51BBDA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18273" y="6836833"/>
            <a:ext cx="11346180" cy="2614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5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C4E097F-17E1-49BF-AAFC-7886706345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27409" y="9953625"/>
            <a:ext cx="9927908" cy="2010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2DD6F9-02F9-4CF1-A7E9-CCC36AC337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18273" y="7540625"/>
            <a:ext cx="11346180" cy="301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F4865E-1F14-4E3D-B179-E2A49AF505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7778" y="1407583"/>
            <a:ext cx="12587168" cy="2211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3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4B42D2-461B-4762-9FD3-3F3CF431E5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7778" y="5027083"/>
            <a:ext cx="12587168" cy="1126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5926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1pPr>
            <a:lvl2pPr marL="620494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2pPr>
            <a:lvl3pPr marL="975062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3pPr>
            <a:lvl4pPr marL="1329630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4pPr>
            <a:lvl5pPr marL="1684199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5pPr>
            <a:lvl6pPr marL="2038767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6pPr>
            <a:lvl7pPr marL="2393335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7pPr>
            <a:lvl8pPr marL="2747903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8pPr>
            <a:lvl9pPr marL="3102471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C3B24C-1D06-4EC3-8B7A-DF2ABAFDE3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7778" y="1407583"/>
            <a:ext cx="12587168" cy="2211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3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2032BD-8550-43E8-BEF0-07188BF2DA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7778" y="5027083"/>
            <a:ext cx="5850374" cy="1126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5926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1pPr>
            <a:lvl2pPr marL="620494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2pPr>
            <a:lvl3pPr marL="975062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3pPr>
            <a:lvl4pPr marL="1329630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4pPr>
            <a:lvl5pPr marL="1684199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5pPr>
            <a:lvl6pPr marL="2038767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6pPr>
            <a:lvl7pPr marL="2393335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7pPr>
            <a:lvl8pPr marL="2747903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8pPr>
            <a:lvl9pPr marL="3102471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43B37DF-EDAD-40CD-8D38-E6262CBA80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534573" y="5027083"/>
            <a:ext cx="5850374" cy="1126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5926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1pPr>
            <a:lvl2pPr marL="620494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2pPr>
            <a:lvl3pPr marL="975062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3pPr>
            <a:lvl4pPr marL="1329630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4pPr>
            <a:lvl5pPr marL="1684199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5pPr>
            <a:lvl6pPr marL="2038767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6pPr>
            <a:lvl7pPr marL="2393335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7pPr>
            <a:lvl8pPr marL="2747903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8pPr>
            <a:lvl9pPr marL="3102471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C4A861-6ADF-4963-BB56-70EFD22E26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7778" y="1407583"/>
            <a:ext cx="12587168" cy="2211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3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2B68C4-9B2F-4BF7-897D-5763D4915D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7778" y="5027083"/>
            <a:ext cx="5850374" cy="1126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5926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1pPr>
            <a:lvl2pPr marL="620494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2pPr>
            <a:lvl3pPr marL="975062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3pPr>
            <a:lvl4pPr marL="1329630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4pPr>
            <a:lvl5pPr marL="1684199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5pPr>
            <a:lvl6pPr marL="2038767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6pPr>
            <a:lvl7pPr marL="2393335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7pPr>
            <a:lvl8pPr marL="2747903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8pPr>
            <a:lvl9pPr marL="3102471" indent="-265926">
              <a:lnSpc>
                <a:spcPct val="110000"/>
              </a:lnSpc>
              <a:spcBef>
                <a:spcPts val="0"/>
              </a:spcBef>
              <a:spcAft>
                <a:spcPts val="1396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a80916fd874967" /><Relationship Type="http://schemas.openxmlformats.org/officeDocument/2006/relationships/slideLayout" Target="/ppt/slideLayouts/slideLayout1.xml" Id="Rc5bf14401cb340c7" /><Relationship Type="http://schemas.openxmlformats.org/officeDocument/2006/relationships/slideLayout" Target="/ppt/slideLayouts/slideLayout2.xml" Id="R92061a5b31e149b4" /><Relationship Type="http://schemas.openxmlformats.org/officeDocument/2006/relationships/slideLayout" Target="/ppt/slideLayouts/slideLayout3.xml" Id="R44219aec0ffc464c" /><Relationship Type="http://schemas.openxmlformats.org/officeDocument/2006/relationships/slideLayout" Target="/ppt/slideLayouts/slideLayout4.xml" Id="Rbc3c6ee96ea04d10" /><Relationship Type="http://schemas.openxmlformats.org/officeDocument/2006/relationships/slideLayout" Target="/ppt/slideLayouts/slideLayout5.xml" Id="R6c0de774d8d34b69" /><Relationship Type="http://schemas.openxmlformats.org/officeDocument/2006/relationships/slideLayout" Target="/ppt/slideLayouts/slideLayout6.xml" Id="R004af66652b14a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bf14401cb340c7"/>
    <p:sldLayoutId xmlns:r="http://schemas.openxmlformats.org/officeDocument/2006/relationships" id="2147483650" r:id="R92061a5b31e149b4"/>
    <p:sldLayoutId xmlns:r="http://schemas.openxmlformats.org/officeDocument/2006/relationships" id="2147483651" r:id="R44219aec0ffc464c"/>
    <p:sldLayoutId xmlns:r="http://schemas.openxmlformats.org/officeDocument/2006/relationships" id="2147483652" r:id="Rbc3c6ee96ea04d10"/>
    <p:sldLayoutId xmlns:r="http://schemas.openxmlformats.org/officeDocument/2006/relationships" id="2147483653" r:id="R6c0de774d8d34b69"/>
    <p:sldLayoutId xmlns:r="http://schemas.openxmlformats.org/officeDocument/2006/relationships" id="2147483654" r:id="R004af66652b14a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c69c45369546ff" /><Relationship Type="http://schemas.openxmlformats.org/officeDocument/2006/relationships/image" Target="/ppt/media/image.png" Id="R1dc9ee1291d24136" /><Relationship Type="http://schemas.openxmlformats.org/officeDocument/2006/relationships/notesSlide" Target="/ppt/notesSlides/notesSlide1.xml" Id="R8f55ca1a8cdd4a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undo preto">
            <a:extLst xmlns:a="http://schemas.openxmlformats.org/drawingml/2006/main">
              <a:ext uri="{FF2B5EF4-FFF2-40B4-BE49-F238E27FC236}">
                <a16:creationId xmlns:a16="http://schemas.microsoft.com/office/drawing/2014/main" id="{64482784-A48C-46C1-8B34-21454756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182725" cy="1809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ogo GT vetorial">
            <a:extLst xmlns:a="http://schemas.openxmlformats.org/drawingml/2006/main">
              <a:ext uri="{FF2B5EF4-FFF2-40B4-BE49-F238E27FC236}">
                <a16:creationId xmlns:a16="http://schemas.microsoft.com/office/drawing/2014/main" id="{5B7A870C-31A5-4CCC-A0DF-DDB6FA07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6250"/>
            <a:ext cx="1123950" cy="1123950"/>
          </a:xfrm>
          <a:custGeom xmlns:a="http://schemas.openxmlformats.org/drawingml/2006/main">
            <a:pathLst>
              <a:path w="609600" h="609600">
                <a:moveTo>
                  <a:pt x="233620" y="566471"/>
                </a:moveTo>
                <a:cubicBezTo>
                  <a:pt x="197806" y="571500"/>
                  <a:pt x="169069" y="565156"/>
                  <a:pt x="147399" y="547421"/>
                </a:cubicBezTo>
                <a:cubicBezTo>
                  <a:pt x="125730" y="529695"/>
                  <a:pt x="112224" y="501806"/>
                  <a:pt x="106871" y="463744"/>
                </a:cubicBezTo>
                <a:lnTo>
                  <a:pt x="72142" y="216608"/>
                </a:lnTo>
                <a:cubicBezTo>
                  <a:pt x="66789" y="178546"/>
                  <a:pt x="72085" y="148019"/>
                  <a:pt x="88030" y="124997"/>
                </a:cubicBezTo>
                <a:cubicBezTo>
                  <a:pt x="103975" y="101984"/>
                  <a:pt x="129854" y="87963"/>
                  <a:pt x="165668" y="82925"/>
                </a:cubicBezTo>
                <a:cubicBezTo>
                  <a:pt x="201482" y="77895"/>
                  <a:pt x="230229" y="84239"/>
                  <a:pt x="251898" y="101975"/>
                </a:cubicBezTo>
                <a:cubicBezTo>
                  <a:pt x="273558" y="119701"/>
                  <a:pt x="287074" y="147590"/>
                  <a:pt x="292418" y="185652"/>
                </a:cubicBezTo>
                <a:lnTo>
                  <a:pt x="298085" y="225943"/>
                </a:lnTo>
                <a:lnTo>
                  <a:pt x="228238" y="235763"/>
                </a:lnTo>
                <a:lnTo>
                  <a:pt x="221913" y="190767"/>
                </a:lnTo>
                <a:cubicBezTo>
                  <a:pt x="217570" y="159868"/>
                  <a:pt x="202644" y="146218"/>
                  <a:pt x="177117" y="149800"/>
                </a:cubicBezTo>
                <a:cubicBezTo>
                  <a:pt x="151600" y="153391"/>
                  <a:pt x="141008" y="170631"/>
                  <a:pt x="145352" y="201520"/>
                </a:cubicBezTo>
                <a:lnTo>
                  <a:pt x="181499" y="458734"/>
                </a:lnTo>
                <a:cubicBezTo>
                  <a:pt x="185785" y="489185"/>
                  <a:pt x="200682" y="502615"/>
                  <a:pt x="226200" y="499024"/>
                </a:cubicBezTo>
                <a:cubicBezTo>
                  <a:pt x="251717" y="495443"/>
                  <a:pt x="262338" y="478422"/>
                  <a:pt x="258061" y="447980"/>
                </a:cubicBezTo>
                <a:lnTo>
                  <a:pt x="245135" y="355968"/>
                </a:lnTo>
                <a:lnTo>
                  <a:pt x="208197" y="361159"/>
                </a:lnTo>
                <a:lnTo>
                  <a:pt x="198758" y="294008"/>
                </a:lnTo>
                <a:lnTo>
                  <a:pt x="305533" y="278997"/>
                </a:lnTo>
                <a:lnTo>
                  <a:pt x="327155" y="432787"/>
                </a:lnTo>
                <a:cubicBezTo>
                  <a:pt x="332499" y="470849"/>
                  <a:pt x="327203" y="501377"/>
                  <a:pt x="311258" y="524399"/>
                </a:cubicBezTo>
                <a:cubicBezTo>
                  <a:pt x="295323" y="547411"/>
                  <a:pt x="269443" y="561432"/>
                  <a:pt x="233620" y="566471"/>
                </a:cubicBezTo>
                <a:close/>
                <a:moveTo>
                  <a:pt x="391706" y="126492"/>
                </a:moveTo>
                <a:lnTo>
                  <a:pt x="314468" y="137351"/>
                </a:lnTo>
                <a:lnTo>
                  <a:pt x="305029" y="70190"/>
                </a:lnTo>
                <a:lnTo>
                  <a:pt x="533371" y="38100"/>
                </a:lnTo>
                <a:lnTo>
                  <a:pt x="542811" y="105261"/>
                </a:lnTo>
                <a:lnTo>
                  <a:pt x="465572" y="116110"/>
                </a:lnTo>
                <a:lnTo>
                  <a:pt x="522208" y="519065"/>
                </a:lnTo>
                <a:lnTo>
                  <a:pt x="448332" y="529447"/>
                </a:lnTo>
                <a:close/>
              </a:path>
            </a:pathLst>
          </a:cu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</a:ln>
        </p:spPr>
      </p:sp>
      <p:sp>
        <p:nvSpPr>
          <p:cNvPr id="3" name="Titulo NOSSO SITE">
            <a:extLst xmlns:a="http://schemas.openxmlformats.org/drawingml/2006/main">
              <a:ext uri="{FF2B5EF4-FFF2-40B4-BE49-F238E27FC236}">
                <a16:creationId xmlns:a16="http://schemas.microsoft.com/office/drawing/2014/main" id="{46C50903-96C9-4021-B817-367E9C2E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95500"/>
            <a:ext cx="106584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625">
                <a:solidFill>
                  <a:srgbClr val="FF6A00"/>
                </a:solidFill>
                <a:latin typeface="Impact"/>
                <a:ea typeface="Impact"/>
                <a:cs typeface="Impact"/>
              </a:defRPr>
            </a:defPPr>
          </a:lstStyle>
          <a:p xmlns:a="http://schemas.openxmlformats.org/drawingml/2006/main">
            <a:pPr algn="ctr">
              <a:defRPr sz="17625">
                <a:solidFill>
                  <a:srgbClr val="FF6A00"/>
                </a:solidFill>
                <a:latin typeface="Impact"/>
                <a:ea typeface="Impact"/>
                <a:cs typeface="Impact"/>
              </a:defRPr>
            </a:pPr>
            <a:r>
              <a:rPr sz="17625">
                <a:solidFill>
                  <a:srgbClr val="FF6A00"/>
                </a:solidFill>
                <a:latin typeface="Impact"/>
                <a:ea typeface="Impact"/>
                <a:cs typeface="Impact"/>
              </a:rPr>
              <a:t>NOSSO SITE</a:t>
            </a:r>
          </a:p>
        </p:txBody>
      </p:sp>
      <p:sp>
        <p:nvSpPr>
          <p:cNvPr id="4" name="Moldura do site">
            <a:extLst xmlns:a="http://schemas.openxmlformats.org/drawingml/2006/main">
              <a:ext uri="{FF2B5EF4-FFF2-40B4-BE49-F238E27FC236}">
                <a16:creationId xmlns:a16="http://schemas.microsoft.com/office/drawing/2014/main" id="{4D650C0D-2EF5-4AC1-8DB1-973278EC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248275"/>
            <a:ext cx="13211175" cy="6524625"/>
          </a:xfrm>
          <a:prstGeom xmlns:a="http://schemas.openxmlformats.org/drawingml/2006/main" prst="roundRect">
            <a:avLst>
              <a:gd name="adj" fmla="val 730"/>
            </a:avLst>
          </a:prstGeom>
          <a:solidFill xmlns:a="http://schemas.openxmlformats.org/drawingml/2006/main">
            <a:srgbClr val="0C0C0C"/>
          </a:solidFill>
          <a:ln xmlns:a="http://schemas.openxmlformats.org/drawingml/2006/main" w="13335">
            <a:solidFill>
              <a:srgbClr val="555555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F24F5-6D1C-4299-99FE-0AEF0EBCAF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9ee1291d24136"/>
          <a:stretch xmlns:a="http://schemas.openxmlformats.org/drawingml/2006/main"/>
        </p:blipFill>
        <p:spPr>
          <a:xfrm xmlns:a="http://schemas.openxmlformats.org/drawingml/2006/main">
            <a:off x="504825" y="5267325"/>
            <a:ext cx="13173075" cy="6486525"/>
          </a:xfrm>
          <a:prstGeom xmlns:a="http://schemas.openxmlformats.org/drawingml/2006/main" prst="rect">
            <a:avLst/>
          </a:prstGeom>
        </p:spPr>
      </p:pic>
      <p:sp>
        <p:nvSpPr>
          <p:cNvPr id="6" name="Sombra do card">
            <a:extLst xmlns:a="http://schemas.openxmlformats.org/drawingml/2006/main">
              <a:ext uri="{FF2B5EF4-FFF2-40B4-BE49-F238E27FC236}">
                <a16:creationId xmlns:a16="http://schemas.microsoft.com/office/drawing/2014/main" id="{7497D52A-4142-4FAA-9D73-3F5C02B3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3363575"/>
            <a:ext cx="10391775" cy="1905000"/>
          </a:xfrm>
          <a:prstGeom xmlns:a="http://schemas.openxmlformats.org/drawingml/2006/main" prst="roundRect">
            <a:avLst>
              <a:gd name="adj" fmla="val 29500"/>
            </a:avLst>
          </a:prstGeom>
          <a:solidFill xmlns:a="http://schemas.openxmlformats.org/drawingml/2006/main">
            <a:srgbClr val="000000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rda de vidro">
            <a:extLst xmlns:a="http://schemas.openxmlformats.org/drawingml/2006/main">
              <a:ext uri="{FF2B5EF4-FFF2-40B4-BE49-F238E27FC236}">
                <a16:creationId xmlns:a16="http://schemas.microsoft.com/office/drawing/2014/main" id="{2C0F3929-E3C2-4A7D-8F73-11941A36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3239750"/>
            <a:ext cx="10258425" cy="1885950"/>
          </a:xfrm>
          <a:prstGeom xmlns:a="http://schemas.openxmlformats.org/drawingml/2006/main" prst="roundRect">
            <a:avLst>
              <a:gd name="adj" fmla="val 27778"/>
            </a:avLst>
          </a:prstGeom>
          <a:gradFill xmlns:a="http://schemas.openxmlformats.org/drawingml/2006/main">
            <a:gsLst>
              <a:gs pos="0">
                <a:srgbClr val="A2A2A2"/>
              </a:gs>
              <a:gs pos="30000">
                <a:srgbClr val="414141"/>
              </a:gs>
              <a:gs pos="69000">
                <a:srgbClr val="858585"/>
              </a:gs>
              <a:gs pos="100000">
                <a:srgbClr val="B7B7B7"/>
              </a:gs>
            </a:gsLst>
            <a:lin ang="69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Superficie de vidro">
            <a:extLst xmlns:a="http://schemas.openxmlformats.org/drawingml/2006/main">
              <a:ext uri="{FF2B5EF4-FFF2-40B4-BE49-F238E27FC236}">
                <a16:creationId xmlns:a16="http://schemas.microsoft.com/office/drawing/2014/main" id="{8D8A891D-D96B-412C-BB5A-D1CAD8F2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3258800"/>
            <a:ext cx="10220325" cy="1847850"/>
          </a:xfrm>
          <a:prstGeom xmlns:a="http://schemas.openxmlformats.org/drawingml/2006/main" prst="roundRect">
            <a:avLst>
              <a:gd name="adj" fmla="val 27320"/>
            </a:avLst>
          </a:prstGeom>
          <a:gradFill xmlns:a="http://schemas.openxmlformats.org/drawingml/2006/main">
            <a:gsLst>
              <a:gs pos="0">
                <a:srgbClr val="242424"/>
              </a:gs>
              <a:gs pos="40000">
                <a:srgbClr val="131313"/>
              </a:gs>
              <a:gs pos="65000">
                <a:srgbClr val="151515"/>
              </a:gs>
              <a:gs pos="100000">
                <a:srgbClr val="303030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9" name="Brilho superior suave">
            <a:extLst xmlns:a="http://schemas.openxmlformats.org/drawingml/2006/main">
              <a:ext uri="{FF2B5EF4-FFF2-40B4-BE49-F238E27FC236}">
                <a16:creationId xmlns:a16="http://schemas.microsoft.com/office/drawing/2014/main" id="{571005DF-5542-448F-8E79-A9557111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3277850"/>
            <a:ext cx="9744075" cy="542925"/>
          </a:xfrm>
          <a:prstGeom xmlns:a="http://schemas.openxmlformats.org/drawingml/2006/main" prst="roundRect">
            <a:avLst>
              <a:gd name="adj" fmla="val 47368"/>
            </a:avLst>
          </a:prstGeom>
          <a:gradFill xmlns:a="http://schemas.openxmlformats.org/drawingml/2006/main">
            <a:gsLst>
              <a:gs pos="0">
                <a:srgbClr val="FFFFFF">
                  <a:alpha val="5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0" name="Reflexo inferior suave">
            <a:extLst xmlns:a="http://schemas.openxmlformats.org/drawingml/2006/main">
              <a:ext uri="{FF2B5EF4-FFF2-40B4-BE49-F238E27FC236}">
                <a16:creationId xmlns:a16="http://schemas.microsoft.com/office/drawing/2014/main" id="{269BEE51-9C29-476B-98F2-7003C30A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525625"/>
            <a:ext cx="9648825" cy="542925"/>
          </a:xfrm>
          <a:prstGeom xmlns:a="http://schemas.openxmlformats.org/drawingml/2006/main" prst="roundRect">
            <a:avLst>
              <a:gd name="adj" fmla="val 49123"/>
            </a:avLst>
          </a:prstGeom>
          <a:gradFill xmlns:a="http://schemas.openxmlformats.org/drawingml/2006/main"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URL editavel">
            <a:extLst xmlns:a="http://schemas.openxmlformats.org/drawingml/2006/main">
              <a:ext uri="{FF2B5EF4-FFF2-40B4-BE49-F238E27FC236}">
                <a16:creationId xmlns:a16="http://schemas.microsoft.com/office/drawing/2014/main" id="{70F8FAAB-3F70-4F61-9EAB-1FCA2D91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3716000"/>
            <a:ext cx="93249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4275" b="1">
                <a:solidFill>
                  <a:srgbClr val="F7F7F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4275" b="1">
                <a:solidFill>
                  <a:srgbClr val="F7F7F7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7F7F7"/>
                </a:solidFill>
                <a:latin typeface="Arial"/>
                <a:ea typeface="Arial"/>
                <a:cs typeface="Arial"/>
              </a:rPr>
              <a:t>www.gtbarbearia16.com.br</a:t>
            </a:r>
          </a:p>
        </p:txBody>
      </p:sp>
    </p:spTree>
    <p:extLst>
      <p:ext uri="{BB962C8B-B14F-4D97-AF65-F5344CB8AC3E}">
        <p14:creationId xmlns:p14="http://schemas.microsoft.com/office/powerpoint/2010/main" val="210304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2026-10-08T17:03:33.8160000Z</dcterms:created>
  <dcterms:modified xsi:type="dcterms:W3CDTF">2026-10-08T17:03:33.8160000Z</dcterms:modified>
</coreProperties>
</file>