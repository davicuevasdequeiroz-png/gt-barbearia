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b8d148a9624bba" /><Relationship Type="http://schemas.openxmlformats.org/officeDocument/2006/relationships/extended-properties" Target="/docProps/app.xml" Id="R07be62511b8a43c2" /><Relationship Type="http://schemas.openxmlformats.org/officeDocument/2006/relationships/officeDocument" Target="/ppt/presentation.xml" Id="R40cb666970464f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ffc0b4332b4933"/>
  </p:sldMasterIdLst>
  <p:notesMasterIdLst>
    <p:notesMasterId xmlns:r="http://schemas.openxmlformats.org/officeDocument/2006/relationships" r:id="R0b750e03b7a14b45"/>
  </p:notesMasterIdLst>
  <p:sldIdLst>
    <p:sldId xmlns:r="http://schemas.openxmlformats.org/officeDocument/2006/relationships" id="256" r:id="R5f69da7ab6de44ff"/>
  </p:sldIdLst>
  <p:sldSz cx="14182725" cy="1809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2c13db64e24427" /><Relationship Type="http://schemas.openxmlformats.org/officeDocument/2006/relationships/slideMaster" Target="/ppt/slideMasters/slideMaster1.xml" Id="Rf0ffc0b4332b4933" /><Relationship Type="http://schemas.openxmlformats.org/officeDocument/2006/relationships/notesMaster" Target="/ppt/notesMasters/notesMaster1.xml" Id="R0b750e03b7a14b45" /><Relationship Type="http://schemas.openxmlformats.org/officeDocument/2006/relationships/presProps" Target="/ppt/presProps.xml" Id="R7f0f856d01a7483a" /><Relationship Type="http://schemas.openxmlformats.org/officeDocument/2006/relationships/tableStyles" Target="/ppt/tableStyles.xml" Id="R2988e33aa8f34a33" /><Relationship Type="http://schemas.openxmlformats.org/officeDocument/2006/relationships/slide" Target="/ppt/slides/slide1.xml" Id="R5f69da7ab6de44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666597216b4f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bf94e69b374691" /><Relationship Type="http://schemas.openxmlformats.org/officeDocument/2006/relationships/notesMaster" Target="/ppt/notesMasters/notesMaster1.xml" Id="R95d5b6dc76a844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89917f3064e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7053e144549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5c8bd5ab44c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c282d2e024c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926eebe9841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01453744041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799D5B-47F1-45D1-87EB-D084FF3B8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18273" y="6836833"/>
            <a:ext cx="11346180" cy="2614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5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8975B0-E498-42F6-9348-39BFB2FB5A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27409" y="9953625"/>
            <a:ext cx="9927908" cy="201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F00E82-9DA2-458C-BB08-E71CAAC0D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18273" y="7540625"/>
            <a:ext cx="11346180" cy="301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383E0E-00C4-4A92-9E1E-85B74EEB2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7778" y="1407583"/>
            <a:ext cx="12587168" cy="2211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3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F7FBB2-F924-4327-82C8-D1E70382DB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7778" y="5027083"/>
            <a:ext cx="12587168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926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1pPr>
            <a:lvl2pPr marL="620494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2pPr>
            <a:lvl3pPr marL="975062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3pPr>
            <a:lvl4pPr marL="1329630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4pPr>
            <a:lvl5pPr marL="1684199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5pPr>
            <a:lvl6pPr marL="2038767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6pPr>
            <a:lvl7pPr marL="2393335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7pPr>
            <a:lvl8pPr marL="2747903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8pPr>
            <a:lvl9pPr marL="3102471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4BE069-BA63-456B-AAA0-5FBA63C13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7778" y="1407583"/>
            <a:ext cx="12587168" cy="2211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3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77767B-C8A6-4E80-B565-1B228864AD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7778" y="5027083"/>
            <a:ext cx="5850374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926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1pPr>
            <a:lvl2pPr marL="620494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2pPr>
            <a:lvl3pPr marL="975062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3pPr>
            <a:lvl4pPr marL="1329630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4pPr>
            <a:lvl5pPr marL="1684199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5pPr>
            <a:lvl6pPr marL="2038767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6pPr>
            <a:lvl7pPr marL="2393335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7pPr>
            <a:lvl8pPr marL="2747903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8pPr>
            <a:lvl9pPr marL="3102471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3289D8-9BC5-4B3C-B408-F1B1960155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534573" y="5027083"/>
            <a:ext cx="5850374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926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1pPr>
            <a:lvl2pPr marL="620494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2pPr>
            <a:lvl3pPr marL="975062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3pPr>
            <a:lvl4pPr marL="1329630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4pPr>
            <a:lvl5pPr marL="1684199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5pPr>
            <a:lvl6pPr marL="2038767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6pPr>
            <a:lvl7pPr marL="2393335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7pPr>
            <a:lvl8pPr marL="2747903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8pPr>
            <a:lvl9pPr marL="3102471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9036E5-2C01-460B-9315-3ED44F60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7778" y="1407583"/>
            <a:ext cx="12587168" cy="2211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3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AC662C-77DA-4E5D-86A4-B76F8170D6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7778" y="5027083"/>
            <a:ext cx="5850374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926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1pPr>
            <a:lvl2pPr marL="620494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2pPr>
            <a:lvl3pPr marL="975062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3pPr>
            <a:lvl4pPr marL="1329630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4pPr>
            <a:lvl5pPr marL="1684199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5pPr>
            <a:lvl6pPr marL="2038767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6pPr>
            <a:lvl7pPr marL="2393335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7pPr>
            <a:lvl8pPr marL="2747903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8pPr>
            <a:lvl9pPr marL="3102471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ffc674ca014609" /><Relationship Type="http://schemas.openxmlformats.org/officeDocument/2006/relationships/slideLayout" Target="/ppt/slideLayouts/slideLayout1.xml" Id="R3de746c2a09a4439" /><Relationship Type="http://schemas.openxmlformats.org/officeDocument/2006/relationships/slideLayout" Target="/ppt/slideLayouts/slideLayout2.xml" Id="Rb9d22998a8404577" /><Relationship Type="http://schemas.openxmlformats.org/officeDocument/2006/relationships/slideLayout" Target="/ppt/slideLayouts/slideLayout3.xml" Id="R367d15086a58493a" /><Relationship Type="http://schemas.openxmlformats.org/officeDocument/2006/relationships/slideLayout" Target="/ppt/slideLayouts/slideLayout4.xml" Id="R79013828663140e0" /><Relationship Type="http://schemas.openxmlformats.org/officeDocument/2006/relationships/slideLayout" Target="/ppt/slideLayouts/slideLayout5.xml" Id="R6d014a6c4317411d" /><Relationship Type="http://schemas.openxmlformats.org/officeDocument/2006/relationships/slideLayout" Target="/ppt/slideLayouts/slideLayout6.xml" Id="R64ea9acef66941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e746c2a09a4439"/>
    <p:sldLayoutId xmlns:r="http://schemas.openxmlformats.org/officeDocument/2006/relationships" id="2147483650" r:id="Rb9d22998a8404577"/>
    <p:sldLayoutId xmlns:r="http://schemas.openxmlformats.org/officeDocument/2006/relationships" id="2147483651" r:id="R367d15086a58493a"/>
    <p:sldLayoutId xmlns:r="http://schemas.openxmlformats.org/officeDocument/2006/relationships" id="2147483652" r:id="R79013828663140e0"/>
    <p:sldLayoutId xmlns:r="http://schemas.openxmlformats.org/officeDocument/2006/relationships" id="2147483653" r:id="R6d014a6c4317411d"/>
    <p:sldLayoutId xmlns:r="http://schemas.openxmlformats.org/officeDocument/2006/relationships" id="2147483654" r:id="R64ea9acef66941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cb52df52d8443c" /><Relationship Type="http://schemas.openxmlformats.org/officeDocument/2006/relationships/image" Target="/ppt/media/image.png" Id="R86a5d82988e5421a" /><Relationship Type="http://schemas.openxmlformats.org/officeDocument/2006/relationships/notesSlide" Target="/ppt/notesSlides/notesSlide1.xml" Id="R6b672e64933a43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undo preto">
            <a:extLst xmlns:a="http://schemas.openxmlformats.org/drawingml/2006/main">
              <a:ext uri="{FF2B5EF4-FFF2-40B4-BE49-F238E27FC236}">
                <a16:creationId xmlns:a16="http://schemas.microsoft.com/office/drawing/2014/main" id="{633FDAEA-8FC4-417E-A468-1D848079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182725" cy="1809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uz ambiente discreta">
            <a:extLst xmlns:a="http://schemas.openxmlformats.org/drawingml/2006/main">
              <a:ext uri="{FF2B5EF4-FFF2-40B4-BE49-F238E27FC236}">
                <a16:creationId xmlns:a16="http://schemas.microsoft.com/office/drawing/2014/main" id="{9324AC4E-19C7-43A4-BDF6-A27C2ACD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181475"/>
            <a:ext cx="14030325" cy="85248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Logo GT vetorial">
            <a:extLst xmlns:a="http://schemas.openxmlformats.org/drawingml/2006/main">
              <a:ext uri="{FF2B5EF4-FFF2-40B4-BE49-F238E27FC236}">
                <a16:creationId xmlns:a16="http://schemas.microsoft.com/office/drawing/2014/main" id="{4443FF72-9216-4811-BFAA-038444B8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"/>
            <a:ext cx="1123950" cy="1123950"/>
          </a:xfrm>
          <a:custGeom xmlns:a="http://schemas.openxmlformats.org/drawingml/2006/main">
            <a:pathLst>
              <a:path w="609600" h="609600">
                <a:moveTo>
                  <a:pt x="233620" y="566471"/>
                </a:moveTo>
                <a:cubicBezTo>
                  <a:pt x="197806" y="571500"/>
                  <a:pt x="169069" y="565156"/>
                  <a:pt x="147399" y="547421"/>
                </a:cubicBezTo>
                <a:cubicBezTo>
                  <a:pt x="125730" y="529695"/>
                  <a:pt x="112224" y="501806"/>
                  <a:pt x="106871" y="463744"/>
                </a:cubicBezTo>
                <a:lnTo>
                  <a:pt x="72142" y="216608"/>
                </a:lnTo>
                <a:cubicBezTo>
                  <a:pt x="66789" y="178546"/>
                  <a:pt x="72085" y="148019"/>
                  <a:pt x="88030" y="124997"/>
                </a:cubicBezTo>
                <a:cubicBezTo>
                  <a:pt x="103975" y="101984"/>
                  <a:pt x="129854" y="87963"/>
                  <a:pt x="165668" y="82925"/>
                </a:cubicBezTo>
                <a:cubicBezTo>
                  <a:pt x="201482" y="77895"/>
                  <a:pt x="230229" y="84239"/>
                  <a:pt x="251898" y="101975"/>
                </a:cubicBezTo>
                <a:cubicBezTo>
                  <a:pt x="273558" y="119701"/>
                  <a:pt x="287074" y="147590"/>
                  <a:pt x="292418" y="185652"/>
                </a:cubicBezTo>
                <a:lnTo>
                  <a:pt x="298085" y="225943"/>
                </a:lnTo>
                <a:lnTo>
                  <a:pt x="228238" y="235763"/>
                </a:lnTo>
                <a:lnTo>
                  <a:pt x="221913" y="190767"/>
                </a:lnTo>
                <a:cubicBezTo>
                  <a:pt x="217570" y="159868"/>
                  <a:pt x="202644" y="146218"/>
                  <a:pt x="177117" y="149800"/>
                </a:cubicBezTo>
                <a:cubicBezTo>
                  <a:pt x="151600" y="153391"/>
                  <a:pt x="141008" y="170631"/>
                  <a:pt x="145352" y="201520"/>
                </a:cubicBezTo>
                <a:lnTo>
                  <a:pt x="181499" y="458734"/>
                </a:lnTo>
                <a:cubicBezTo>
                  <a:pt x="185785" y="489185"/>
                  <a:pt x="200682" y="502615"/>
                  <a:pt x="226200" y="499024"/>
                </a:cubicBezTo>
                <a:cubicBezTo>
                  <a:pt x="251717" y="495443"/>
                  <a:pt x="262338" y="478422"/>
                  <a:pt x="258061" y="447980"/>
                </a:cubicBezTo>
                <a:lnTo>
                  <a:pt x="245135" y="355968"/>
                </a:lnTo>
                <a:lnTo>
                  <a:pt x="208197" y="361159"/>
                </a:lnTo>
                <a:lnTo>
                  <a:pt x="198758" y="294008"/>
                </a:lnTo>
                <a:lnTo>
                  <a:pt x="305533" y="278997"/>
                </a:lnTo>
                <a:lnTo>
                  <a:pt x="327155" y="432787"/>
                </a:lnTo>
                <a:cubicBezTo>
                  <a:pt x="332499" y="470849"/>
                  <a:pt x="327203" y="501377"/>
                  <a:pt x="311258" y="524399"/>
                </a:cubicBezTo>
                <a:cubicBezTo>
                  <a:pt x="295323" y="547411"/>
                  <a:pt x="269443" y="561432"/>
                  <a:pt x="233620" y="566471"/>
                </a:cubicBezTo>
                <a:close/>
                <a:moveTo>
                  <a:pt x="391706" y="126492"/>
                </a:moveTo>
                <a:lnTo>
                  <a:pt x="314468" y="137351"/>
                </a:lnTo>
                <a:lnTo>
                  <a:pt x="305029" y="70190"/>
                </a:lnTo>
                <a:lnTo>
                  <a:pt x="533371" y="38100"/>
                </a:lnTo>
                <a:lnTo>
                  <a:pt x="542811" y="105261"/>
                </a:lnTo>
                <a:lnTo>
                  <a:pt x="465572" y="116110"/>
                </a:lnTo>
                <a:lnTo>
                  <a:pt x="522208" y="519065"/>
                </a:lnTo>
                <a:lnTo>
                  <a:pt x="448332" y="529447"/>
                </a:lnTo>
                <a:close/>
              </a:path>
            </a:pathLst>
          </a:cu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</a:ln>
        </p:spPr>
      </p:sp>
      <p:sp>
        <p:nvSpPr>
          <p:cNvPr id="4" name="Titulo NOSSO SITE">
            <a:extLst xmlns:a="http://schemas.openxmlformats.org/drawingml/2006/main">
              <a:ext uri="{FF2B5EF4-FFF2-40B4-BE49-F238E27FC236}">
                <a16:creationId xmlns:a16="http://schemas.microsoft.com/office/drawing/2014/main" id="{47516549-D5C5-4AB7-A0CB-55C77D09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95500"/>
            <a:ext cx="106584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125">
                <a:solidFill>
                  <a:srgbClr val="FF6A00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19125">
                <a:solidFill>
                  <a:srgbClr val="FF6A00"/>
                </a:solidFill>
                <a:latin typeface="Impact"/>
                <a:ea typeface="Impact"/>
                <a:cs typeface="Impact"/>
              </a:defRPr>
            </a:pPr>
            <a:r>
              <a:rPr sz="19125">
                <a:solidFill>
                  <a:srgbClr val="FF6A00"/>
                </a:solidFill>
                <a:latin typeface="Impact"/>
                <a:ea typeface="Impact"/>
                <a:cs typeface="Impact"/>
              </a:rPr>
              <a:t>NOSSO SITE</a:t>
            </a:r>
          </a:p>
        </p:txBody>
      </p:sp>
      <p:sp>
        <p:nvSpPr>
          <p:cNvPr id="5" name="Moldura do site">
            <a:extLst xmlns:a="http://schemas.openxmlformats.org/drawingml/2006/main">
              <a:ext uri="{FF2B5EF4-FFF2-40B4-BE49-F238E27FC236}">
                <a16:creationId xmlns:a16="http://schemas.microsoft.com/office/drawing/2014/main" id="{CA582CBD-AE1E-45F4-843A-93F7F2B6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248275"/>
            <a:ext cx="13211175" cy="6524625"/>
          </a:xfrm>
          <a:prstGeom xmlns:a="http://schemas.openxmlformats.org/drawingml/2006/main" prst="roundRect">
            <a:avLst>
              <a:gd name="adj" fmla="val 730"/>
            </a:avLst>
          </a:prstGeom>
          <a:solidFill xmlns:a="http://schemas.openxmlformats.org/drawingml/2006/main">
            <a:srgbClr val="0C0C0C"/>
          </a:solidFill>
          <a:ln xmlns:a="http://schemas.openxmlformats.org/drawingml/2006/main" w="13335">
            <a:solidFill>
              <a:srgbClr val="555555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584B6-7FBE-4F48-8C6A-6C0D307FC9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5d82988e5421a"/>
          <a:stretch xmlns:a="http://schemas.openxmlformats.org/drawingml/2006/main"/>
        </p:blipFill>
        <p:spPr>
          <a:xfrm xmlns:a="http://schemas.openxmlformats.org/drawingml/2006/main">
            <a:off x="504825" y="5267325"/>
            <a:ext cx="13173075" cy="6486525"/>
          </a:xfrm>
          <a:prstGeom xmlns:a="http://schemas.openxmlformats.org/drawingml/2006/main" prst="rect">
            <a:avLst/>
          </a:prstGeom>
        </p:spPr>
      </p:pic>
      <p:sp>
        <p:nvSpPr>
          <p:cNvPr id="7" name="Sombra do card">
            <a:extLst xmlns:a="http://schemas.openxmlformats.org/drawingml/2006/main">
              <a:ext uri="{FF2B5EF4-FFF2-40B4-BE49-F238E27FC236}">
                <a16:creationId xmlns:a16="http://schemas.microsoft.com/office/drawing/2014/main" id="{9A159754-82B5-44B6-A5F6-ACA82741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3363575"/>
            <a:ext cx="10391775" cy="1905000"/>
          </a:xfrm>
          <a:prstGeom xmlns:a="http://schemas.openxmlformats.org/drawingml/2006/main" prst="roundRect">
            <a:avLst>
              <a:gd name="adj" fmla="val 29500"/>
            </a:avLst>
          </a:prstGeom>
          <a:solidFill xmlns:a="http://schemas.openxmlformats.org/drawingml/2006/main">
            <a:srgbClr val="000000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rda de vidro">
            <a:extLst xmlns:a="http://schemas.openxmlformats.org/drawingml/2006/main">
              <a:ext uri="{FF2B5EF4-FFF2-40B4-BE49-F238E27FC236}">
                <a16:creationId xmlns:a16="http://schemas.microsoft.com/office/drawing/2014/main" id="{434674B8-CCC4-41D5-8151-7FAD351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3239750"/>
            <a:ext cx="10258425" cy="1885950"/>
          </a:xfrm>
          <a:prstGeom xmlns:a="http://schemas.openxmlformats.org/drawingml/2006/main" prst="roundRect">
            <a:avLst>
              <a:gd name="adj" fmla="val 27778"/>
            </a:avLst>
          </a:prstGeom>
          <a:gradFill xmlns:a="http://schemas.openxmlformats.org/drawingml/2006/main">
            <a:gsLst>
              <a:gs pos="0">
                <a:srgbClr val="A2A2A2"/>
              </a:gs>
              <a:gs pos="30000">
                <a:srgbClr val="414141"/>
              </a:gs>
              <a:gs pos="69000">
                <a:srgbClr val="858585"/>
              </a:gs>
              <a:gs pos="100000">
                <a:srgbClr val="B7B7B7"/>
              </a:gs>
            </a:gsLst>
            <a:lin ang="69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" name="Superficie de vidro">
            <a:extLst xmlns:a="http://schemas.openxmlformats.org/drawingml/2006/main">
              <a:ext uri="{FF2B5EF4-FFF2-40B4-BE49-F238E27FC236}">
                <a16:creationId xmlns:a16="http://schemas.microsoft.com/office/drawing/2014/main" id="{C11EDEDF-7D22-4ABD-958D-147495D2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3258800"/>
            <a:ext cx="10220325" cy="1847850"/>
          </a:xfrm>
          <a:prstGeom xmlns:a="http://schemas.openxmlformats.org/drawingml/2006/main" prst="roundRect">
            <a:avLst>
              <a:gd name="adj" fmla="val 27320"/>
            </a:avLst>
          </a:prstGeom>
          <a:gradFill xmlns:a="http://schemas.openxmlformats.org/drawingml/2006/main">
            <a:gsLst>
              <a:gs pos="0">
                <a:srgbClr val="242424"/>
              </a:gs>
              <a:gs pos="40000">
                <a:srgbClr val="131313"/>
              </a:gs>
              <a:gs pos="65000">
                <a:srgbClr val="151515"/>
              </a:gs>
              <a:gs pos="100000">
                <a:srgbClr val="30303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0" name="Brilho superior suave">
            <a:extLst xmlns:a="http://schemas.openxmlformats.org/drawingml/2006/main">
              <a:ext uri="{FF2B5EF4-FFF2-40B4-BE49-F238E27FC236}">
                <a16:creationId xmlns:a16="http://schemas.microsoft.com/office/drawing/2014/main" id="{0BD300D8-C221-465B-88FC-0FEBE944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3277850"/>
            <a:ext cx="9744075" cy="542925"/>
          </a:xfrm>
          <a:prstGeom xmlns:a="http://schemas.openxmlformats.org/drawingml/2006/main" prst="roundRect">
            <a:avLst>
              <a:gd name="adj" fmla="val 47368"/>
            </a:avLst>
          </a:prstGeom>
          <a:gradFill xmlns:a="http://schemas.openxmlformats.org/drawingml/2006/main"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Reflexo inferior suave">
            <a:extLst xmlns:a="http://schemas.openxmlformats.org/drawingml/2006/main">
              <a:ext uri="{FF2B5EF4-FFF2-40B4-BE49-F238E27FC236}">
                <a16:creationId xmlns:a16="http://schemas.microsoft.com/office/drawing/2014/main" id="{5FBB2F00-6306-42C8-814C-0D64A72C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525625"/>
            <a:ext cx="9648825" cy="542925"/>
          </a:xfrm>
          <a:prstGeom xmlns:a="http://schemas.openxmlformats.org/drawingml/2006/main" prst="roundRect">
            <a:avLst>
              <a:gd name="adj" fmla="val 49123"/>
            </a:avLst>
          </a:prstGeom>
          <a:gradFill xmlns:a="http://schemas.openxmlformats.org/drawingml/2006/main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7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URL editavel">
            <a:extLst xmlns:a="http://schemas.openxmlformats.org/drawingml/2006/main">
              <a:ext uri="{FF2B5EF4-FFF2-40B4-BE49-F238E27FC236}">
                <a16:creationId xmlns:a16="http://schemas.microsoft.com/office/drawing/2014/main" id="{0C7694F6-495A-4A4E-83F8-30CA8AC7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716000"/>
            <a:ext cx="9324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275" b="1">
                <a:solidFill>
                  <a:srgbClr val="F7F7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275" b="1">
                <a:solidFill>
                  <a:srgbClr val="F7F7F7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7F7F7"/>
                </a:solidFill>
                <a:latin typeface="Arial"/>
                <a:ea typeface="Arial"/>
                <a:cs typeface="Arial"/>
              </a:rPr>
              <a:t>www.gtbarbearia16.com.br</a:t>
            </a:r>
          </a:p>
        </p:txBody>
      </p:sp>
    </p:spTree>
    <p:extLst>
      <p:ext uri="{BB962C8B-B14F-4D97-AF65-F5344CB8AC3E}">
        <p14:creationId xmlns:p14="http://schemas.microsoft.com/office/powerpoint/2010/main" val="1537281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2026-10-08T17:02:26.3890000Z</dcterms:created>
  <dcterms:modified xsi:type="dcterms:W3CDTF">2026-10-08T17:02:26.3890000Z</dcterms:modified>
</coreProperties>
</file>