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0e3501489641ec" /><Relationship Type="http://schemas.openxmlformats.org/officeDocument/2006/relationships/extended-properties" Target="/docProps/app.xml" Id="R84b1d5d028334b1e" /><Relationship Type="http://schemas.openxmlformats.org/officeDocument/2006/relationships/officeDocument" Target="/ppt/presentation.xml" Id="R9a395cc7584949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83917a56334bc4"/>
  </p:sldMasterIdLst>
  <p:notesMasterIdLst>
    <p:notesMasterId xmlns:r="http://schemas.openxmlformats.org/officeDocument/2006/relationships" r:id="Rdb42211102ae4c22"/>
  </p:notesMasterIdLst>
  <p:sldIdLst>
    <p:sldId xmlns:r="http://schemas.openxmlformats.org/officeDocument/2006/relationships" id="256" r:id="R0ad537f8fdb1499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d298af230541cf" /><Relationship Type="http://schemas.openxmlformats.org/officeDocument/2006/relationships/slideMaster" Target="/ppt/slideMasters/slideMaster1.xml" Id="R7e83917a56334bc4" /><Relationship Type="http://schemas.openxmlformats.org/officeDocument/2006/relationships/notesMaster" Target="/ppt/notesMasters/notesMaster1.xml" Id="Rdb42211102ae4c22" /><Relationship Type="http://schemas.openxmlformats.org/officeDocument/2006/relationships/presProps" Target="/ppt/presProps.xml" Id="R821eb8bfbb3447ae" /><Relationship Type="http://schemas.openxmlformats.org/officeDocument/2006/relationships/tableStyles" Target="/ppt/tableStyles.xml" Id="Rd46a1137d2bc4ea1" /><Relationship Type="http://schemas.openxmlformats.org/officeDocument/2006/relationships/slide" Target="/ppt/slides/slide1.xml" Id="R0ad537f8fdb149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9a2f5d061544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be958200c44e1d" /><Relationship Type="http://schemas.openxmlformats.org/officeDocument/2006/relationships/notesMaster" Target="/ppt/notesMasters/notesMaster1.xml" Id="Re16e92f2885e48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a9a0b415b49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10081489642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f7bcde26b4f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231a3b7204c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ba36b610145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7b9085c3041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B995E4-90F4-4A64-B7D9-5044079FB6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45EDD8-B47F-40A4-8302-F78D145F39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B1174C-3540-4BDF-B711-97C28044BB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478FEE-F26C-41BC-95F0-306D4E870A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38DA8C1-E984-4862-B61A-2292B71F5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608DA1-0810-4781-BEB0-2C1DAC49D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53F59D-5EE2-48D8-8EC5-22F81CB803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5B25CF-4A5D-42CA-B453-79C274C8C0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2F611C-A838-407E-B955-6842459702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33B587-38AC-4D21-9208-18913B87E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5935609cea4aaa" /><Relationship Type="http://schemas.openxmlformats.org/officeDocument/2006/relationships/slideLayout" Target="/ppt/slideLayouts/slideLayout1.xml" Id="R3a20862003c2458b" /><Relationship Type="http://schemas.openxmlformats.org/officeDocument/2006/relationships/slideLayout" Target="/ppt/slideLayouts/slideLayout2.xml" Id="R9ff22362be05428e" /><Relationship Type="http://schemas.openxmlformats.org/officeDocument/2006/relationships/slideLayout" Target="/ppt/slideLayouts/slideLayout3.xml" Id="Re3d5dfde9b65431a" /><Relationship Type="http://schemas.openxmlformats.org/officeDocument/2006/relationships/slideLayout" Target="/ppt/slideLayouts/slideLayout4.xml" Id="Re52fb79086b549c9" /><Relationship Type="http://schemas.openxmlformats.org/officeDocument/2006/relationships/slideLayout" Target="/ppt/slideLayouts/slideLayout5.xml" Id="R5ca84ef1468146af" /><Relationship Type="http://schemas.openxmlformats.org/officeDocument/2006/relationships/slideLayout" Target="/ppt/slideLayouts/slideLayout6.xml" Id="R1ced1a7d35364e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20862003c2458b"/>
    <p:sldLayoutId xmlns:r="http://schemas.openxmlformats.org/officeDocument/2006/relationships" id="2147483650" r:id="R9ff22362be05428e"/>
    <p:sldLayoutId xmlns:r="http://schemas.openxmlformats.org/officeDocument/2006/relationships" id="2147483651" r:id="Re3d5dfde9b65431a"/>
    <p:sldLayoutId xmlns:r="http://schemas.openxmlformats.org/officeDocument/2006/relationships" id="2147483652" r:id="Re52fb79086b549c9"/>
    <p:sldLayoutId xmlns:r="http://schemas.openxmlformats.org/officeDocument/2006/relationships" id="2147483653" r:id="R5ca84ef1468146af"/>
    <p:sldLayoutId xmlns:r="http://schemas.openxmlformats.org/officeDocument/2006/relationships" id="2147483654" r:id="R1ced1a7d35364e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176f07db864413" /><Relationship Type="http://schemas.openxmlformats.org/officeDocument/2006/relationships/notesSlide" Target="/ppt/notesSlides/notesSlide1.xml" Id="Rba14b92d40c442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ombra suave 6">
            <a:extLst xmlns:a="http://schemas.openxmlformats.org/drawingml/2006/main">
              <a:ext uri="{FF2B5EF4-FFF2-40B4-BE49-F238E27FC236}">
                <a16:creationId xmlns:a16="http://schemas.microsoft.com/office/drawing/2014/main" id="{CB6A45AE-958F-4DC1-8F35-689BFBB0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9982200" cy="2686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84B">
              <a:alpha val="216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ombra suave 5">
            <a:extLst xmlns:a="http://schemas.openxmlformats.org/drawingml/2006/main">
              <a:ext uri="{FF2B5EF4-FFF2-40B4-BE49-F238E27FC236}">
                <a16:creationId xmlns:a16="http://schemas.microsoft.com/office/drawing/2014/main" id="{0F6D9E00-1674-4EEA-BBB0-EB881CFC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90850"/>
            <a:ext cx="9906000" cy="2638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84B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ombra suave 4">
            <a:extLst xmlns:a="http://schemas.openxmlformats.org/drawingml/2006/main">
              <a:ext uri="{FF2B5EF4-FFF2-40B4-BE49-F238E27FC236}">
                <a16:creationId xmlns:a16="http://schemas.microsoft.com/office/drawing/2014/main" id="{12F83BE0-FF32-4926-94E5-151A3D18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09900"/>
            <a:ext cx="9829800" cy="259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84B">
              <a:alpha val="184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mbra suave 3">
            <a:extLst xmlns:a="http://schemas.openxmlformats.org/drawingml/2006/main">
              <a:ext uri="{FF2B5EF4-FFF2-40B4-BE49-F238E27FC236}">
                <a16:creationId xmlns:a16="http://schemas.microsoft.com/office/drawing/2014/main" id="{CCEB2A33-A584-41A8-B67B-EE69BD61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9753600" cy="2543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84B">
              <a:alpha val="16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mbra suave 2">
            <a:extLst xmlns:a="http://schemas.openxmlformats.org/drawingml/2006/main">
              <a:ext uri="{FF2B5EF4-FFF2-40B4-BE49-F238E27FC236}">
                <a16:creationId xmlns:a16="http://schemas.microsoft.com/office/drawing/2014/main" id="{A15AD274-1484-4161-9FD0-8B38CAE2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9677400" cy="2495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84B">
              <a:alpha val="152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mbra suave 1">
            <a:extLst xmlns:a="http://schemas.openxmlformats.org/drawingml/2006/main">
              <a:ext uri="{FF2B5EF4-FFF2-40B4-BE49-F238E27FC236}">
                <a16:creationId xmlns:a16="http://schemas.microsoft.com/office/drawing/2014/main" id="{60143954-E799-4743-8296-9CAC36FF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7050"/>
            <a:ext cx="9601200" cy="2447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84B">
              <a:alpha val="136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torno externo do vidro">
            <a:extLst xmlns:a="http://schemas.openxmlformats.org/drawingml/2006/main">
              <a:ext uri="{FF2B5EF4-FFF2-40B4-BE49-F238E27FC236}">
                <a16:creationId xmlns:a16="http://schemas.microsoft.com/office/drawing/2014/main" id="{3014F26D-E614-4F1C-8FC1-78819DCC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9525000" cy="2667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FFFFFF"/>
              </a:gs>
              <a:gs pos="26000">
                <a:srgbClr val="DFE3E8"/>
              </a:gs>
              <a:gs pos="48000">
                <a:srgbClr val="C1C7CF"/>
              </a:gs>
              <a:gs pos="73000">
                <a:srgbClr val="FAFBFC"/>
              </a:gs>
              <a:gs pos="100000">
                <a:srgbClr val="FFFFF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Corpo translúcido">
            <a:extLst xmlns:a="http://schemas.openxmlformats.org/drawingml/2006/main">
              <a:ext uri="{FF2B5EF4-FFF2-40B4-BE49-F238E27FC236}">
                <a16:creationId xmlns:a16="http://schemas.microsoft.com/office/drawing/2014/main" id="{04D4C78B-C05A-42ED-BFD1-7267F8DD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76550"/>
            <a:ext cx="9486900" cy="26289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F5F7F9">
                  <a:alpha val="83000"/>
                </a:srgbClr>
              </a:gs>
              <a:gs pos="40000">
                <a:srgbClr val="E6E9ED">
                  <a:alpha val="67000"/>
                </a:srgbClr>
              </a:gs>
              <a:gs pos="70000">
                <a:srgbClr val="F4F6F8">
                  <a:alpha val="71000"/>
                </a:srgbClr>
              </a:gs>
              <a:gs pos="100000">
                <a:srgbClr val="FCFDFE">
                  <a:alpha val="89000"/>
                </a:srgbClr>
              </a:gs>
            </a:gsLst>
            <a:lin ang="6600000"/>
          </a:gra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9" name="Profundidade interior">
            <a:extLst xmlns:a="http://schemas.openxmlformats.org/drawingml/2006/main">
              <a:ext uri="{FF2B5EF4-FFF2-40B4-BE49-F238E27FC236}">
                <a16:creationId xmlns:a16="http://schemas.microsoft.com/office/drawing/2014/main" id="{F344B7A0-5936-44AA-BD8D-D77E7B23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33700"/>
            <a:ext cx="9372600" cy="25146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FFFFFF">
                  <a:alpha val="58000"/>
                </a:srgbClr>
              </a:gs>
              <a:gs pos="29000">
                <a:srgbClr val="FFFFFF">
                  <a:alpha val="7000"/>
                </a:srgbClr>
              </a:gs>
              <a:gs pos="65000">
                <a:srgbClr val="BDCAD8">
                  <a:alpha val="7000"/>
                </a:srgbClr>
              </a:gs>
              <a:gs pos="100000">
                <a:srgbClr val="9AA7B5">
                  <a:alpha val="11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0" name="Reflexo diagonal largo">
            <a:extLst xmlns:a="http://schemas.openxmlformats.org/drawingml/2006/main">
              <a:ext uri="{FF2B5EF4-FFF2-40B4-BE49-F238E27FC236}">
                <a16:creationId xmlns:a16="http://schemas.microsoft.com/office/drawing/2014/main" id="{D97D75B7-6907-4F6B-A056-80032392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2324100" cy="2362200"/>
          </a:xfrm>
          <a:custGeom xmlns:a="http://schemas.openxmlformats.org/drawingml/2006/main">
            <a:pathLst>
              <a:path w="2324100" h="2362200">
                <a:moveTo>
                  <a:pt x="0" y="2362200"/>
                </a:moveTo>
                <a:lnTo>
                  <a:pt x="1510665" y="0"/>
                </a:lnTo>
                <a:lnTo>
                  <a:pt x="2324100" y="0"/>
                </a:lnTo>
                <a:lnTo>
                  <a:pt x="813435" y="2362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38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1" name="Reflexo diagonal fino">
            <a:extLst xmlns:a="http://schemas.openxmlformats.org/drawingml/2006/main">
              <a:ext uri="{FF2B5EF4-FFF2-40B4-BE49-F238E27FC236}">
                <a16:creationId xmlns:a16="http://schemas.microsoft.com/office/drawing/2014/main" id="{D21A0AB1-3269-45B9-B017-8FD1A99C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09900"/>
            <a:ext cx="685800" cy="2362200"/>
          </a:xfrm>
          <a:custGeom xmlns:a="http://schemas.openxmlformats.org/drawingml/2006/main">
            <a:pathLst>
              <a:path w="685800" h="2362200">
                <a:moveTo>
                  <a:pt x="0" y="2362200"/>
                </a:moveTo>
                <a:lnTo>
                  <a:pt x="445770" y="0"/>
                </a:lnTo>
                <a:lnTo>
                  <a:pt x="685800" y="0"/>
                </a:lnTo>
                <a:lnTo>
                  <a:pt x="240030" y="2362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2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Brilho superior esquerdo">
            <a:extLst xmlns:a="http://schemas.openxmlformats.org/drawingml/2006/main">
              <a:ext uri="{FF2B5EF4-FFF2-40B4-BE49-F238E27FC236}">
                <a16:creationId xmlns:a16="http://schemas.microsoft.com/office/drawing/2014/main" id="{688C003D-57A7-4400-B1E6-741D74CB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76550"/>
            <a:ext cx="5619750" cy="1714500"/>
          </a:xfrm>
          <a:custGeom xmlns:a="http://schemas.openxmlformats.org/drawingml/2006/main">
            <a:pathLst>
              <a:path w="5619750" h="1714500">
                <a:moveTo>
                  <a:pt x="9525" y="1666875"/>
                </a:moveTo>
                <a:cubicBezTo>
                  <a:pt x="-57150" y="657225"/>
                  <a:pt x="457200" y="0"/>
                  <a:pt x="1304925" y="0"/>
                </a:cubicBezTo>
                <a:lnTo>
                  <a:pt x="5619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FFFFFF">
                <a:alpha val="98000"/>
              </a:srgbClr>
            </a:solidFill>
            <a:prstDash val="solid"/>
          </a:ln>
        </p:spPr>
      </p:sp>
      <p:sp>
        <p:nvSpPr>
          <p:cNvPr id="13" name="Brilho inferior direito">
            <a:extLst xmlns:a="http://schemas.openxmlformats.org/drawingml/2006/main">
              <a:ext uri="{FF2B5EF4-FFF2-40B4-BE49-F238E27FC236}">
                <a16:creationId xmlns:a16="http://schemas.microsoft.com/office/drawing/2014/main" id="{C43C291A-B45A-4978-B701-DD7E1EA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038600"/>
            <a:ext cx="5495925" cy="1466850"/>
          </a:xfrm>
          <a:custGeom xmlns:a="http://schemas.openxmlformats.org/drawingml/2006/main">
            <a:pathLst>
              <a:path w="5495925" h="1466850">
                <a:moveTo>
                  <a:pt x="0" y="1466850"/>
                </a:moveTo>
                <a:lnTo>
                  <a:pt x="4171950" y="1466850"/>
                </a:lnTo>
                <a:cubicBezTo>
                  <a:pt x="5086350" y="1466850"/>
                  <a:pt x="5495925" y="942975"/>
                  <a:pt x="549592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14" name="Refracao inferior">
            <a:extLst xmlns:a="http://schemas.openxmlformats.org/drawingml/2006/main">
              <a:ext uri="{FF2B5EF4-FFF2-40B4-BE49-F238E27FC236}">
                <a16:creationId xmlns:a16="http://schemas.microsoft.com/office/drawing/2014/main" id="{99DF0933-90BC-47CF-B87A-40ADD251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76875"/>
            <a:ext cx="6981825" cy="19050"/>
          </a:xfrm>
          <a:custGeom xmlns:a="http://schemas.openxmlformats.org/drawingml/2006/main">
            <a:pathLst>
              <a:path w="6981825" h="19050">
                <a:moveTo>
                  <a:pt x="0" y="0"/>
                </a:moveTo>
                <a:lnTo>
                  <a:pt x="6981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3BCC7">
                <a:alpha val="40000"/>
              </a:srgbClr>
            </a:solidFill>
            <a:prstDash val="solid"/>
          </a:ln>
        </p:spPr>
      </p:sp>
      <p:sp>
        <p:nvSpPr>
          <p:cNvPr id="15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BCB131D-2A0A-4065-8B0B-6DBEC63A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400" b="0">
                <a:solidFill>
                  <a:srgbClr val="333C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400" b="0">
                <a:solidFill>
                  <a:srgbClr val="333C46"/>
                </a:solidFill>
                <a:latin typeface="Arial"/>
                <a:ea typeface="Arial"/>
                <a:cs typeface="Arial"/>
              </a:defRPr>
            </a:pPr>
            <a:r>
              <a:rPr sz="5400" b="0">
                <a:solidFill>
                  <a:srgbClr val="333C46"/>
                </a:solidFill>
                <a:latin typeface="Arial"/>
                <a:ea typeface="Arial"/>
                <a:cs typeface="Arial"/>
              </a:rPr>
              <a:t>Liquid Glass</a:t>
            </a:r>
          </a:p>
        </p:txBody>
      </p:sp>
    </p:spTree>
    <p:extLst>
      <p:ext uri="{BB962C8B-B14F-4D97-AF65-F5344CB8AC3E}">
        <p14:creationId xmlns:p14="http://schemas.microsoft.com/office/powerpoint/2010/main" val="2119024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2026-10-08T16:29:33.6270000Z</dcterms:created>
  <dcterms:modified xsi:type="dcterms:W3CDTF">2026-10-08T16:29:33.6270000Z</dcterms:modified>
</coreProperties>
</file>